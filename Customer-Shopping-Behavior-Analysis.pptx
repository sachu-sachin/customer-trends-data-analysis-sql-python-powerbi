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Libre Baskerville" panose="020B0604020202020204" charset="0"/>
      <p:regular r:id="rId13"/>
    </p:embeddedFont>
    <p:embeddedFont>
      <p:font typeface="DM Sans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3338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  <p:sp>
        <p:nvSpPr>
          <p:cNvPr id="5" name="Rectangle 4"/>
          <p:cNvSpPr/>
          <p:nvPr/>
        </p:nvSpPr>
        <p:spPr>
          <a:xfrm>
            <a:off x="12339376" y="7425732"/>
            <a:ext cx="2220686" cy="7234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  <p:sp>
        <p:nvSpPr>
          <p:cNvPr id="13" name="Rectangle 12"/>
          <p:cNvSpPr/>
          <p:nvPr/>
        </p:nvSpPr>
        <p:spPr>
          <a:xfrm>
            <a:off x="12309231" y="7400072"/>
            <a:ext cx="2220686" cy="7234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  <p:sp>
        <p:nvSpPr>
          <p:cNvPr id="23" name="Rectangle 22"/>
          <p:cNvSpPr/>
          <p:nvPr/>
        </p:nvSpPr>
        <p:spPr>
          <a:xfrm>
            <a:off x="12304206" y="7380515"/>
            <a:ext cx="2220686" cy="7234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  <p:sp>
        <p:nvSpPr>
          <p:cNvPr id="13" name="Rectangle 12"/>
          <p:cNvSpPr/>
          <p:nvPr/>
        </p:nvSpPr>
        <p:spPr>
          <a:xfrm>
            <a:off x="12264013" y="7400611"/>
            <a:ext cx="2220686" cy="7234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  <p:sp>
        <p:nvSpPr>
          <p:cNvPr id="11" name="Rectangle 10"/>
          <p:cNvSpPr/>
          <p:nvPr/>
        </p:nvSpPr>
        <p:spPr>
          <a:xfrm>
            <a:off x="12294158" y="7394475"/>
            <a:ext cx="2220686" cy="7234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  <p:sp>
        <p:nvSpPr>
          <p:cNvPr id="28" name="Rectangle 27"/>
          <p:cNvSpPr/>
          <p:nvPr/>
        </p:nvSpPr>
        <p:spPr>
          <a:xfrm>
            <a:off x="12296285" y="7370467"/>
            <a:ext cx="2220686" cy="7234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  <p:sp>
        <p:nvSpPr>
          <p:cNvPr id="15" name="Rectangle 14"/>
          <p:cNvSpPr/>
          <p:nvPr/>
        </p:nvSpPr>
        <p:spPr>
          <a:xfrm>
            <a:off x="12348125" y="7406016"/>
            <a:ext cx="2220686" cy="7234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  <p:sp>
        <p:nvSpPr>
          <p:cNvPr id="18" name="Rectangle 17"/>
          <p:cNvSpPr/>
          <p:nvPr/>
        </p:nvSpPr>
        <p:spPr>
          <a:xfrm>
            <a:off x="12284109" y="7380515"/>
            <a:ext cx="2220686" cy="7234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  <p:sp>
        <p:nvSpPr>
          <p:cNvPr id="24" name="Rectangle 23"/>
          <p:cNvSpPr/>
          <p:nvPr/>
        </p:nvSpPr>
        <p:spPr>
          <a:xfrm>
            <a:off x="12334351" y="7801809"/>
            <a:ext cx="2220686" cy="297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Libre Baskerville</vt:lpstr>
      <vt:lpstr>Libre Baskerville Light</vt:lpstr>
      <vt:lpstr>Arial</vt:lpstr>
      <vt:lpstr>DM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admin</cp:lastModifiedBy>
  <cp:revision>2</cp:revision>
  <dcterms:created xsi:type="dcterms:W3CDTF">2025-10-14T02:52:14Z</dcterms:created>
  <dcterms:modified xsi:type="dcterms:W3CDTF">2026-01-09T05:26:25Z</dcterms:modified>
</cp:coreProperties>
</file>